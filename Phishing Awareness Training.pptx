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88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0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2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57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73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222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739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523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829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753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6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8D646-6941-4D4F-AE07-018DD29453B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BDCA30-9312-400D-9170-3CEE90CBE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8D81-86D9-F413-339C-74B75B5D1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/>
          <a:lstStyle/>
          <a:p>
            <a:r>
              <a:rPr lang="en-IN" b="1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B4284-D8E4-838C-B369-500091BD1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7638"/>
            <a:ext cx="9144000" cy="1655762"/>
          </a:xfrm>
        </p:spPr>
        <p:txBody>
          <a:bodyPr/>
          <a:lstStyle/>
          <a:p>
            <a:r>
              <a:rPr lang="en-US" dirty="0"/>
              <a:t>Protecting Users from Online Scams &amp; Social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359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B94E-B297-B1E5-93EA-E65BE9C0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63" y="501445"/>
            <a:ext cx="8596668" cy="1320800"/>
          </a:xfrm>
        </p:spPr>
        <p:txBody>
          <a:bodyPr/>
          <a:lstStyle/>
          <a:p>
            <a:r>
              <a:rPr lang="en-IN" dirty="0"/>
              <a:t>What Is Phishing?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CDC218-4324-F64A-624C-7BF77C3774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837" y="1763405"/>
            <a:ext cx="10697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cyberattack where attackers trick users into revealing sensitive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via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emails, websites, or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steal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passwords, money, or personal data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6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CA20-DB37-F53C-EB70-1A552FE2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Phishing Dangerous?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D83C67-A648-4470-647F-79F63ED67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762149"/>
            <a:ext cx="675585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 of cyberattacks start with phishing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create, hard to detect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Targets humans — the weakest security link</a:t>
            </a:r>
          </a:p>
        </p:txBody>
      </p:sp>
    </p:spTree>
    <p:extLst>
      <p:ext uri="{BB962C8B-B14F-4D97-AF65-F5344CB8AC3E}">
        <p14:creationId xmlns:p14="http://schemas.microsoft.com/office/powerpoint/2010/main" val="72345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6D01-80C4-8B18-081E-6614EA64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Types of Phishing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5F50B1-2E0F-A258-6DE5-DAB95B1216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54152"/>
            <a:ext cx="465223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Phishing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Spear Phishing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(executives)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Smishing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(voice calls)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Clone Phishing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Angler Phishing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(social media)</a:t>
            </a:r>
          </a:p>
        </p:txBody>
      </p:sp>
    </p:spTree>
    <p:extLst>
      <p:ext uri="{BB962C8B-B14F-4D97-AF65-F5344CB8AC3E}">
        <p14:creationId xmlns:p14="http://schemas.microsoft.com/office/powerpoint/2010/main" val="238319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55B4-F811-06A5-8B13-DEBED6FD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Recognizing Phishing 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F2B23-B1B2-C08A-3981-3768F883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dirty="0"/>
              <a:t> Suspicious sender address</a:t>
            </a:r>
          </a:p>
          <a:p>
            <a:r>
              <a:rPr lang="en-IN" sz="2000" dirty="0"/>
              <a:t> Urgent or threatening tone</a:t>
            </a:r>
          </a:p>
          <a:p>
            <a:r>
              <a:rPr lang="en-IN" sz="2000" dirty="0"/>
              <a:t> Fake login links</a:t>
            </a:r>
          </a:p>
          <a:p>
            <a:r>
              <a:rPr lang="en-IN" sz="2000" dirty="0"/>
              <a:t> Attachments you didn’t expect</a:t>
            </a:r>
          </a:p>
          <a:p>
            <a:r>
              <a:rPr lang="en-IN" sz="2000" dirty="0"/>
              <a:t> Spelling/grammar mistakes</a:t>
            </a:r>
          </a:p>
          <a:p>
            <a:r>
              <a:rPr lang="en-IN" sz="2000" dirty="0"/>
              <a:t> Requests for passwords or money</a:t>
            </a:r>
          </a:p>
        </p:txBody>
      </p:sp>
    </p:spTree>
    <p:extLst>
      <p:ext uri="{BB962C8B-B14F-4D97-AF65-F5344CB8AC3E}">
        <p14:creationId xmlns:p14="http://schemas.microsoft.com/office/powerpoint/2010/main" val="157158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E4B7-4CDA-2DFC-C6E2-3795169A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Spot Fake Websites 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B8E2DA-E0E2-2B26-462A-BACC01323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392817"/>
            <a:ext cx="84175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carefully (typos, missing letters).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(but note: HTTPS alone ≠ safe)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inconsistencies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 trust login pages from email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spoofed logos and buttons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14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Don't click unknown links.</a:t>
            </a:r>
          </a:p>
          <a:p>
            <a:r>
              <a:rPr sz="2400" dirty="0"/>
              <a:t>Don't download unexpected attachments.</a:t>
            </a:r>
          </a:p>
          <a:p>
            <a:r>
              <a:rPr sz="2400" dirty="0"/>
              <a:t>Hover to preview URLs.</a:t>
            </a:r>
          </a:p>
          <a:p>
            <a:r>
              <a:rPr sz="2400" dirty="0"/>
              <a:t>Use strong passwords.</a:t>
            </a:r>
          </a:p>
          <a:p>
            <a:r>
              <a:rPr sz="2400" dirty="0"/>
              <a:t>Enable MFA.</a:t>
            </a:r>
          </a:p>
          <a:p>
            <a:r>
              <a:rPr sz="2400" dirty="0"/>
              <a:t>Report suspicious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Fake Microsoft alerts</a:t>
            </a:r>
          </a:p>
          <a:p>
            <a:r>
              <a:rPr sz="2400" dirty="0"/>
              <a:t>Parcel delivery scams</a:t>
            </a:r>
          </a:p>
          <a:p>
            <a:r>
              <a:rPr sz="2400" dirty="0"/>
              <a:t>Bank KYC update scam</a:t>
            </a:r>
          </a:p>
          <a:p>
            <a:r>
              <a:rPr sz="2400" dirty="0"/>
              <a:t>Fake job offers</a:t>
            </a:r>
          </a:p>
          <a:p>
            <a:r>
              <a:rPr sz="2400" dirty="0"/>
              <a:t>University portal phishing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preventable — awareness is your strongest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235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Phishing Awareness Training</vt:lpstr>
      <vt:lpstr>What Is Phishing?</vt:lpstr>
      <vt:lpstr>Why Is Phishing Dangerous?</vt:lpstr>
      <vt:lpstr>Common Types of Phishing</vt:lpstr>
      <vt:lpstr>Recognizing Phishing Emails</vt:lpstr>
      <vt:lpstr>How to Spot Fake Websites ?</vt:lpstr>
      <vt:lpstr>Best Practices</vt:lpstr>
      <vt:lpstr>Real-World Examples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Gupta</dc:creator>
  <cp:lastModifiedBy>Varun Gupta</cp:lastModifiedBy>
  <cp:revision>1</cp:revision>
  <dcterms:created xsi:type="dcterms:W3CDTF">2025-11-17T14:31:00Z</dcterms:created>
  <dcterms:modified xsi:type="dcterms:W3CDTF">2025-11-17T14:56:13Z</dcterms:modified>
</cp:coreProperties>
</file>